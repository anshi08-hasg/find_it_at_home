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8b1de16-a6fd-0df0-f749-18d0f493a06c}">
          <p14:sldIdLst>
            <p14:sldId id="256"/>
            <p14:sldId id="257"/>
            <p14:sldId id="258"/>
          </p14:sldIdLst>
        </p14:section>
        <p14:section name="Empathise and define" id="{1a3b4100-d8dc-41c3-dedc-361e480b05ba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Ideate" id="{20242984-f98a-8551-b872-a0532b9a7b33}">
          <p14:sldIdLst>
            <p14:sldId id="265"/>
            <p14:sldId id="266"/>
            <p14:sldId id="267"/>
            <p14:sldId id="268"/>
          </p14:sldIdLst>
        </p14:section>
        <p14:section name="Game design" id="{4fb8780a-4eba-aa3e-3043-c72cbccc3c23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Rule book" id="{823b1879-2f43-d175-5d84-f223fe540975}">
          <p14:sldIdLst>
            <p14:sldId id="276"/>
            <p14:sldId id="277"/>
            <p14:sldId id="278"/>
          </p14:sldIdLst>
        </p14:section>
        <p14:section name="Prototype" id="{7cfaaf5e-cf9b-7ea2-11bd-42a9d5505f36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Refine" id="{68c0dacb-8df3-5976-8358-f2c382a903c5}">
          <p14:sldIdLst>
            <p14:sldId id="286"/>
            <p14:sldId id="287"/>
          </p14:sldIdLst>
        </p14:section>
        <p14:section name="User testing" id="{5d090396-1da4-231b-3e88-8277ecbd073b}">
          <p14:sldIdLst>
            <p14:sldId id="288"/>
            <p14:sldId id="289"/>
            <p14:sldId id="290"/>
            <p14:sldId id="291"/>
            <p14:sldId id="292"/>
          </p14:sldIdLst>
        </p14:section>
        <p14:section name="Close" id="{fc0c0770-5e4b-0c80-bded-d78758415d76}">
          <p14:sldIdLst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4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4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93192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24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Find It at Home!  ·  A family wellness game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"/>
          <p:cNvSpPr/>
          <p:nvPr/>
        </p:nvSpPr>
        <p:spPr>
          <a:xfrm>
            <a:off x="822960" y="822960"/>
            <a:ext cx="6583680" cy="5212080"/>
          </a:xfrm>
          <a:prstGeom prst="roundRect">
            <a:avLst>
              <a:gd name="adj" fmla="val 140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18872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#001</a:t>
            </a:r>
            <a:endParaRPr lang="en-US" sz="1500" dirty="0"/>
          </a:p>
        </p:txBody>
      </p:sp>
      <p:sp>
        <p:nvSpPr>
          <p:cNvPr id="4" name="stamp"/>
          <p:cNvSpPr txBox="1"/>
          <p:nvPr/>
        </p:nvSpPr>
        <p:spPr>
          <a:xfrm rot="-360000">
            <a:off x="5257800" y="1051560"/>
            <a:ext cx="1783080" cy="50292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Top secret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A family wellness game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37744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Find it</a:t>
            </a:r>
            <a:endParaRPr lang="en-US" sz="5400" dirty="0"/>
          </a:p>
          <a:p>
            <a:pPr algn="l"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at home!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4348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it. Click it. Upload it.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it!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983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game design  ·  Assignment 1  ·  Theme: wellness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1280160"/>
            <a:ext cx="1371600" cy="13716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10" name="Image 0" descr="owl ava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2" y="1444752"/>
            <a:ext cx="1042416" cy="10424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875520" y="2377440"/>
            <a:ext cx="1371600" cy="13716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12" name="Image 1" descr="fox ava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2542032"/>
            <a:ext cx="1042416" cy="10424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412480" y="3566160"/>
            <a:ext cx="1371600" cy="13716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14" name="Image 2" descr="cat ava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3730752"/>
            <a:ext cx="1042416" cy="104241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138160" y="5257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your name here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8138160" y="56418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 design fundamentals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01  ·  The brief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What we were asked to make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5486400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The brief in short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physical activity, 50% social media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Emojis: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at most, as a special way to talk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Elements: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players, goals, rules, space, time, resources, conflict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rule book and the design story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it: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simple, small group, no violence, original media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30936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How we answered it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6888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and find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 things at home, then post a photo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each other's posts with exactly 10 emojis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to 6 players,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rounds, about 15 minutes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wellness break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every round: stretch, breathe, drink water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artwork, music and sounds,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made for this game</a:t>
            </a:r>
            <a:endParaRPr lang="en-US" sz="1500" dirty="0"/>
          </a:p>
        </p:txBody>
      </p:sp>
      <p:sp>
        <p:nvSpPr>
          <p:cNvPr id="10" name="stamp"/>
          <p:cNvSpPr txBox="1"/>
          <p:nvPr/>
        </p:nvSpPr>
        <p:spPr>
          <a:xfrm rot="-300000">
            <a:off x="9464040" y="5349240"/>
            <a:ext cx="1783080" cy="502920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Brief met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02  ·  Our process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How we got here: design thinking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2148840"/>
            <a:ext cx="2011680" cy="2377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Empathise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plays, and what do they need?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7752" y="3337560"/>
            <a:ext cx="192024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card"/>
          <p:cNvSpPr/>
          <p:nvPr/>
        </p:nvSpPr>
        <p:spPr>
          <a:xfrm>
            <a:off x="2807208" y="2148840"/>
            <a:ext cx="2011680" cy="2377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035808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Define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035808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that into one clear problem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3337560"/>
            <a:ext cx="192024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card"/>
          <p:cNvSpPr/>
          <p:nvPr/>
        </p:nvSpPr>
        <p:spPr>
          <a:xfrm>
            <a:off x="5065776" y="2148840"/>
            <a:ext cx="2011680" cy="2377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94376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94376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Ideate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294376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game ideas, then pick one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04888" y="3337560"/>
            <a:ext cx="192024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card"/>
          <p:cNvSpPr/>
          <p:nvPr/>
        </p:nvSpPr>
        <p:spPr>
          <a:xfrm>
            <a:off x="7324344" y="2148840"/>
            <a:ext cx="2011680" cy="2377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52944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52944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Prototype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552944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working web game on phones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363456" y="3337560"/>
            <a:ext cx="192024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card"/>
          <p:cNvSpPr/>
          <p:nvPr/>
        </p:nvSpPr>
        <p:spPr>
          <a:xfrm>
            <a:off x="9582912" y="2148840"/>
            <a:ext cx="2011680" cy="237744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811512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811512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Test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811512" y="3429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 it with real families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588752" y="4526280"/>
            <a:ext cx="0" cy="5029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54480" y="5029200"/>
            <a:ext cx="903427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54480" y="457200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31" name="Text 29"/>
          <p:cNvSpPr txBox="1"/>
          <p:nvPr/>
        </p:nvSpPr>
        <p:spPr>
          <a:xfrm>
            <a:off x="1920240" y="5166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Refine: </a:t>
            </a:r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learn from testing goes back to the start. We went round this loop five times so far.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</a:rPr>
              <a:t>Empathise and define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931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Before making anything, we looked at who would play and what gets in their way.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03  ·  Empathise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Who we are designing for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Our audience: families who play together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Children from about 7 years old, their parents and their grandparents, playing at home or across homes on a video call.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What we noticed going 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11880"/>
            <a:ext cx="6126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time worries: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parents want kids off the sofa, not more scrolling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phone skills: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grandparents find small text and busy screens hard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energy: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kids want speed, grandparents need it gentle and safe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 is already shared: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families send photos and reactions every day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7498080" y="1691640"/>
            <a:ext cx="4160520" cy="443484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818120" y="1920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Add your research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23317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two or three real quotes from the families you spoke to, and how you met them.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18120" y="329184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955280" y="3401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1: "…"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18120" y="420624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955280" y="43159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2: "…"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512064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955280" y="52303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3: "…"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04  ·  Persona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Persona: Aarav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66160" cy="44348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920240"/>
            <a:ext cx="1828800" cy="1828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6" name="Image 0" descr="fox ava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2139696"/>
            <a:ext cx="1389888" cy="1389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Aarav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2976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years old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speedy finder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983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"Can we play again? I was so close!"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38912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17720" y="1856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About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2258568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4 student, loves races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Plays on his mum's old phone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Gets bored if he has to wait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09244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21040" y="1856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Goals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258568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Win, and win fast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Beat his big sister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off his finds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4389120" y="37490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617720" y="3913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Frustrations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617720" y="4315968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instructions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Waiting for others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Games that feel like homework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8092440" y="37490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321040" y="3913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What the game must do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4315968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in seconds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Big, fun feedback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fair shot at winning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389120" y="5806440"/>
            <a:ext cx="7269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type: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Achiever (points, leaderboard) with a bit of Killer (wants to beat others)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05  ·  Persona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Persona: Kamla Nani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66160" cy="44348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920240"/>
            <a:ext cx="1828800" cy="1828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6" name="Image 0" descr="owl ava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2139696"/>
            <a:ext cx="1389888" cy="1389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Kamla Nani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2976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 years old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caring grandmother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983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 just want to spend time with the children."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38912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17720" y="1856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About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2258568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Retired teacher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WhatsApp video calls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 sore knees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09244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21040" y="1856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Goals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258568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 with her grandkids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a little every day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 included, not left behind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4389120" y="37490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617720" y="3913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Frustrations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617720" y="4315968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Tiny text and busy screens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Fear of pressing the wrong button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 that needs running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8092440" y="37490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321040" y="3913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What the game must do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4315968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text, few buttons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Gentle walking only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role even if she is slower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389120" y="5806440"/>
            <a:ext cx="7269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type: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Socializer (here for the family time, the chat and the reactions)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06  ·  Persona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Persona: Meera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66160" cy="44348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920240"/>
            <a:ext cx="1828800" cy="1828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6" name="Image 0" descr="cat ava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2139696"/>
            <a:ext cx="1389888" cy="1389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Meera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2976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 years old</a:t>
            </a:r>
            <a:endParaRPr lang="en-US" sz="1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busy mum and host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983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"Fifteen minutes, everyone off the sofa. That is the dream."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38912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17720" y="1856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About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2258568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full time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Sets up family activities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Shares photos in the family group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092440" y="16916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21040" y="1856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Goals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258568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screen time for the kids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quick activity for all ages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safe at home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4389120" y="37490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617720" y="3913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Frustrations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617720" y="4315968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Setups that take forever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Games that never end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Kids fighting over rules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8092440" y="37490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321040" y="3913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What the game must do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4315968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in 2 minutes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 end point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the app enforces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389120" y="5806440"/>
            <a:ext cx="7269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type: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Planner (Achiever, explicit) who also acts as the Networker for the family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07  ·  Define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The problem we chose to solve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1110996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Families want to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and laugh together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but most phone games keep everyone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sitting still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they are often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fast or too fiddly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grandparents.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How might we…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548640" y="4206240"/>
            <a:ext cx="36118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44074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937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phone the reason to get up and walk, not the reason to sit?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297680" y="4206240"/>
            <a:ext cx="36118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26280" y="44074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4937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a 9-year-old and a 67-year-old an equal chance to win?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8046720" y="4206240"/>
            <a:ext cx="36118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75320" y="44074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4937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social media habits (posts and reactions) in a kind, safe way?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</a:rPr>
              <a:t>Ideate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931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We came up with several game ideas, compared them against the brief, and picked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08  ·  Ideate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Four ideas we tried on paper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Idea 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Stretch charades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out a stretch, others guess it with emojis.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9776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Fun, but little to post on social media.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346704" y="169164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75304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Idea 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75304" y="2240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Step streak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75304" y="3017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Phones count steps, a family feed shows who walked most.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75304" y="39776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Unfair for grandparents, needs fitness apps.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144768" y="169164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73368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Idea 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2240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Water quest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3017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Drink-water reminders and selfies with your glass.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73368" y="39776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Very little physical activity.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8942832" y="169164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71432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Idea 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71432" y="2240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Find It at Home!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3017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to find healthy things, post a photo, others react.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71432" y="39776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Balanced, works for every age.</a:t>
            </a:r>
            <a:endParaRPr lang="en-US" sz="1300" dirty="0"/>
          </a:p>
        </p:txBody>
      </p:sp>
      <p:sp>
        <p:nvSpPr>
          <p:cNvPr id="24" name="stamp"/>
          <p:cNvSpPr txBox="1"/>
          <p:nvPr/>
        </p:nvSpPr>
        <p:spPr>
          <a:xfrm rot="-480000">
            <a:off x="9921240" y="4572000"/>
            <a:ext cx="1417320" cy="457200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Chosen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548640" y="5257800"/>
            <a:ext cx="111099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4681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 discussion: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what your faculty said about these ideas, and how it changed your choice.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09  ·  Choosing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How the ideas scored against the brief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10996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2057400"/>
                <a:gridCol w="2057400"/>
                <a:gridCol w="2057400"/>
                <a:gridCol w="20574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7E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the brief asks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0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7E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Stretch charades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0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7E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 streak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0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7E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Water quest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0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7E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Find It at Home!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01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Wellness theme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56B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56B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56B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56B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50% physical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56B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7352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Weak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56B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50% social media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7352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Weak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56B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Fair for ages 7 to 70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7352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Weak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56B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56B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B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Simple rules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56B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B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56B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56B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49240"/>
            <a:ext cx="11109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Find It at Home! won: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the only idea that is strong on every line. Walking is gentle enough for Nani and still a race for Aarav, and photos plus reactions are the social media people already use.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10  ·  The concept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One round of Find It at Home!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loop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what players do again and again. Each round takes about 2 to 3 minutes, and a game is 5 rounds.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48640" y="2377440"/>
            <a:ext cx="1691640" cy="23774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Read the clue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clue on every phone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43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58568" y="3566160"/>
            <a:ext cx="15544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2432304" y="2377440"/>
            <a:ext cx="1691640" cy="23774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615184" y="2560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15184" y="3108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Walk and find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15184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the home, never run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15184" y="4343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42232" y="3566160"/>
            <a:ext cx="15544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card"/>
          <p:cNvSpPr/>
          <p:nvPr/>
        </p:nvSpPr>
        <p:spPr>
          <a:xfrm>
            <a:off x="4315968" y="2377440"/>
            <a:ext cx="1691640" cy="23774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498848" y="2560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3108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Snap and post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498848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a photo and post it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498848" y="4343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25896" y="3566160"/>
            <a:ext cx="15544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card"/>
          <p:cNvSpPr/>
          <p:nvPr/>
        </p:nvSpPr>
        <p:spPr>
          <a:xfrm>
            <a:off x="6199632" y="2377440"/>
            <a:ext cx="1691640" cy="23774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82512" y="2560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108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React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 tap one of 10 emojis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82512" y="4343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09560" y="3566160"/>
            <a:ext cx="15544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card"/>
          <p:cNvSpPr/>
          <p:nvPr/>
        </p:nvSpPr>
        <p:spPr>
          <a:xfrm>
            <a:off x="8083296" y="2377440"/>
            <a:ext cx="1691640" cy="23774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66176" y="2560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266176" y="3108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Win a point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66176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than half say yes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66176" y="4343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793224" y="3566160"/>
            <a:ext cx="15544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5" name="card"/>
          <p:cNvSpPr/>
          <p:nvPr/>
        </p:nvSpPr>
        <p:spPr>
          <a:xfrm>
            <a:off x="9966960" y="2377440"/>
            <a:ext cx="1691640" cy="23774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10149840" y="2560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0" y="3108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Wellness break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Stretch, breathe or sip water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0" y="4343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812780" y="4754880"/>
            <a:ext cx="0" cy="41148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94460" y="5166360"/>
            <a:ext cx="94183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94460" y="4800600"/>
            <a:ext cx="0" cy="36576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43" name="Text 41"/>
          <p:cNvSpPr txBox="1"/>
          <p:nvPr/>
        </p:nvSpPr>
        <p:spPr>
          <a:xfrm>
            <a:off x="3291840" y="52578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round, with a harder clue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Part 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</a:rPr>
              <a:t>The game design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931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The seven core elements from our lectures, and how each one works in Find It at Home!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11  ·  Game elements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Players, goals, rules and resources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546811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928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4462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Players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41448"/>
            <a:ext cx="50109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to 6 players,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on their own phone. Everyone is a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finder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judge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One person is the host who starts the game.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02152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term: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group, no teams; the host is a light role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190488" y="1691640"/>
            <a:ext cx="546811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19088" y="18928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67728" y="1920240"/>
            <a:ext cx="4462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Goals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441448"/>
            <a:ext cx="50109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round: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first to post the right object and have it approved.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whole game: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points after 5 rounds. Plus five walks and five wellness breaks.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3502152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term: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goal and sub-goals (short milestones)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548640" y="3977640"/>
            <a:ext cx="546811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41788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06240"/>
            <a:ext cx="4462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Rules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727448"/>
            <a:ext cx="50109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object and post a photo. Others react.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than half yes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wins 1 point. You cannot react to your own post. A tie is a shared win.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788152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term: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rules on one card; the app enforces them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6190488" y="3977640"/>
            <a:ext cx="546811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19088" y="41788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67728" y="4206240"/>
            <a:ext cx="4462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4727448"/>
            <a:ext cx="50109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phone with a camera, the everyday things in your home,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minutes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round, and the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reaction emojis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only way to judge a post.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5788152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term: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and emojis are the limited assets players manage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12  ·  Game elements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Space, time and conflict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84448" cy="443484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928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Space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41448"/>
            <a:ext cx="312724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spaces at once.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physical space is your own home, safe rooms only: no climbing, nothing hot or sharp. The digital space is the shared game room: clue, feed, reactions and leaderboard.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22976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term: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magic circle stretches across the home and the phone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315968" y="1691640"/>
            <a:ext cx="3584448" cy="443484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44568" y="18928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93208" y="192024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Time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441448"/>
            <a:ext cx="312724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time, not turns.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searches at once against a 2-minute clock. The clock pauses while people react, so judging never costs search time. 5 rounds is about 15 minutes, then the game ends.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5522976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term: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pacing with a natural stopping point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8083296" y="1691640"/>
            <a:ext cx="3584448" cy="443484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11896" y="18928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860536" y="192024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Conflict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2441448"/>
            <a:ext cx="312724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friendly race.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chases the same object at the same time. A second, social friction: a post only counts when the others agree. Nobody attacks or loses anything.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5522976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term: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agon (competition) without violence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13  ·  Player psychology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Why it is fun for different players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Caillois' forms of play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Agon (competition):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race to find the object first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Alea (chance):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clue is random, so a beginner can get an easy one and win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Mimicry (role-play):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plays a detective cracking a case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343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Flow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800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Clues get harder each round, from Word Hunt to Riddle Hunt to Learn &amp; Find, so the challenge grows as players warm up.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217920" y="1691640"/>
            <a:ext cx="5440680" cy="4434840"/>
          </a:xfrm>
          <a:prstGeom prst="roundRect">
            <a:avLst>
              <a:gd name="adj" fmla="val 1649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Bartle player types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4231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Achievers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points, a leaderboard and a podium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Socializers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the feed, reactions and the shared wellness break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Explorers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riddles and a reason to poke around the house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Killers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not fed on purpose: there is no way to hurt or block another player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Self-determination: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autonomy (you choose where to search), competence (you find it), relatedness (you play as a family).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14  ·  Balance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Fair for a 9-year-old and a 67-year-old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546811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385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Controlled luck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random clue is input randomness. Sometimes the easy item is right next to Nani, so the fastest runner does not always win.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190488" y="1691640"/>
            <a:ext cx="546811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19088" y="19202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67728" y="19385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Fresh start every round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251460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round is worth only 1 point and gives no advantage in the next one. No snowballing, so nobody is out of it early.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3931920"/>
            <a:ext cx="546811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1605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788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Constructive failure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5488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post that is not approved is not the end. You keep searching and can post again in the same round.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190488" y="3931920"/>
            <a:ext cx="546811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19088" y="41605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67728" y="41788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Fair judging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475488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cannot react to your own post, the clock pauses while people react, and a tie is shared instead of decided by a sprint.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15  ·  Communication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The 10 emojis: our special language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the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emojis in the game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the only way to judge a post. Five say yes, five say no.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7E8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Counts as yes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548640" y="2606040"/>
            <a:ext cx="2075688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271576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object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2788920" y="2606040"/>
            <a:ext cx="2075688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788920" y="271576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👍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347472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matches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029200" y="2606040"/>
            <a:ext cx="2075688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029200" y="271576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💯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47472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 match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7269480" y="2606040"/>
            <a:ext cx="2075688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269480" y="271576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347472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match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9509760" y="2606040"/>
            <a:ext cx="2075688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509760" y="271576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👏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347472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7E8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Counts as no</a:t>
            </a:r>
            <a:endParaRPr lang="en-US" sz="1600" dirty="0"/>
          </a:p>
        </p:txBody>
      </p:sp>
      <p:sp>
        <p:nvSpPr>
          <p:cNvPr id="22" name="card"/>
          <p:cNvSpPr/>
          <p:nvPr/>
        </p:nvSpPr>
        <p:spPr>
          <a:xfrm>
            <a:off x="548640" y="4663440"/>
            <a:ext cx="2075688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48640" y="477316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❌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53212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object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2788920" y="4663440"/>
            <a:ext cx="2075688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2788920" y="477316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2880360" y="553212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Please retake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5029200" y="4663440"/>
            <a:ext cx="2075688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029200" y="477316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553212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 is unclear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7269480" y="4663440"/>
            <a:ext cx="2075688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269480" y="477316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👎</a:t>
            </a:r>
            <a:endParaRPr lang="en-US" sz="3200" dirty="0"/>
          </a:p>
        </p:txBody>
      </p:sp>
      <p:sp>
        <p:nvSpPr>
          <p:cNvPr id="33" name="Text 31"/>
          <p:cNvSpPr txBox="1"/>
          <p:nvPr/>
        </p:nvSpPr>
        <p:spPr>
          <a:xfrm>
            <a:off x="7360920" y="553212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not match</a:t>
            </a:r>
            <a:endParaRPr lang="en-US" sz="1400" dirty="0"/>
          </a:p>
        </p:txBody>
      </p:sp>
      <p:sp>
        <p:nvSpPr>
          <p:cNvPr id="34" name="card"/>
          <p:cNvSpPr/>
          <p:nvPr/>
        </p:nvSpPr>
        <p:spPr>
          <a:xfrm>
            <a:off x="9509760" y="4663440"/>
            <a:ext cx="2075688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509760" y="477316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🤔</a:t>
            </a:r>
            <a:endParaRPr lang="en-US" sz="3200" dirty="0"/>
          </a:p>
        </p:txBody>
      </p:sp>
      <p:sp>
        <p:nvSpPr>
          <p:cNvPr id="36" name="Text 34"/>
          <p:cNvSpPr txBox="1"/>
          <p:nvPr/>
        </p:nvSpPr>
        <p:spPr>
          <a:xfrm>
            <a:off x="9601200" y="553212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16  ·  Hybrid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Half physical, half social media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5468112" cy="4434840"/>
          </a:xfrm>
          <a:prstGeom prst="roundRect">
            <a:avLst>
              <a:gd name="adj" fmla="val 1649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tamp"/>
          <p:cNvSpPr txBox="1"/>
          <p:nvPr/>
        </p:nvSpPr>
        <p:spPr>
          <a:xfrm rot="-240000">
            <a:off x="868680" y="1920240"/>
            <a:ext cx="2377440" cy="502920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50% physical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around the home to find each object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Bend, reach, look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different rooms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 break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every round: stretch, march, breathe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walks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a 15-minute game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190488" y="1691640"/>
            <a:ext cx="5468112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tamp"/>
          <p:cNvSpPr txBox="1"/>
          <p:nvPr/>
        </p:nvSpPr>
        <p:spPr>
          <a:xfrm rot="-240000">
            <a:off x="6510528" y="1920240"/>
            <a:ext cx="2743200" cy="50292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50% social media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7432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photo, like a social media post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emojis and see the reaction count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 feed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everyone's posts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Leaderboard and game feed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every winning photo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Part 4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</a:rPr>
              <a:t>The rule book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931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Everything a family needs to play, on two pages.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Rule book  ·  Page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Setting up and playing a round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4206240" cy="44348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What you need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to 6 players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phone with a camera each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internet connection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home with everyday things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Setting up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891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taps Play Game, adds a name and animal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shares the 4-letter code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 tap Join a game and type it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taps Start the hunt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029200" y="1691640"/>
            <a:ext cx="6629400" cy="4434840"/>
          </a:xfrm>
          <a:prstGeom prst="roundRect">
            <a:avLst>
              <a:gd name="adj" fmla="val 1649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349240" y="1920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How a round works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423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432304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clue appears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every phone at the same time.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30266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3035808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(never run) and find the object before 2 minutes are up.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36301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3639312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a photo.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 Retake if it is blurry, or Save to post it.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42336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4242816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else reacts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one of the 10 emojis.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483717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4846320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than half say yes?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post wins 1 point. If not, keep searching.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54406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5449824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 break: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the short activity on screen together.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Rule book  ·  Page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Scoring, safety and practice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66160" cy="44348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Scoring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approved post: 1 point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Posting first is not enough, it must be approved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approved post: nobody scores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5 rounds, most points wins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 points share the win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15968" y="1691640"/>
            <a:ext cx="3566160" cy="443484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36008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Safety rules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237744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carefully, never run or climb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hot, sharp, fragile or electrical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heavy lifting or high cupboards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Children play with an adult at home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photos only, taken during the round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83296" y="1691640"/>
            <a:ext cx="3575304" cy="4434840"/>
          </a:xfrm>
          <a:prstGeom prst="roundRect">
            <a:avLst>
              <a:gd name="adj" fmla="val 204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03336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Practice mode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23774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Practice instead of a number of players to play alone. You check your own photos honestly, and the game remembers your best score so you can try to beat it.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03336" y="4572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fair and kind: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to what the photo shows, not to who posted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Part 5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</a:rPr>
              <a:t>The prototype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931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A working web game. Everyone plays on their own phone at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find-it-at-home.onrender.com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17  ·  Prototype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Getting started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9848" y="1709928"/>
            <a:ext cx="1942060" cy="4032504"/>
          </a:xfrm>
          <a:prstGeom prst="roundRect">
            <a:avLst>
              <a:gd name="adj" fmla="val 8475"/>
            </a:avLst>
          </a:prstGeom>
          <a:solidFill>
            <a:srgbClr val="120C08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Big title, one main but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83080"/>
            <a:ext cx="1795756" cy="3886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5852160"/>
            <a:ext cx="2344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title, one main button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01768" y="1709928"/>
            <a:ext cx="1942060" cy="4032504"/>
          </a:xfrm>
          <a:prstGeom prst="roundRect">
            <a:avLst>
              <a:gd name="adj" fmla="val 8475"/>
            </a:avLst>
          </a:prstGeom>
          <a:solidFill>
            <a:srgbClr val="120C08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Name, animal, number of play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83080"/>
            <a:ext cx="1795756" cy="3886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00600" y="5852160"/>
            <a:ext cx="2344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Name, animal, number of players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933688" y="1709928"/>
            <a:ext cx="1942060" cy="4032504"/>
          </a:xfrm>
          <a:prstGeom prst="roundRect">
            <a:avLst>
              <a:gd name="adj" fmla="val 8475"/>
            </a:avLst>
          </a:prstGeom>
          <a:solidFill>
            <a:srgbClr val="120C08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2" descr="Share the 4-letter 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783080"/>
            <a:ext cx="1795756" cy="3886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32520" y="5852160"/>
            <a:ext cx="2344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the 4-letter code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18  ·  Prototype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Playing a round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9848" y="1709928"/>
            <a:ext cx="1942060" cy="4032504"/>
          </a:xfrm>
          <a:prstGeom prst="roundRect">
            <a:avLst>
              <a:gd name="adj" fmla="val 8475"/>
            </a:avLst>
          </a:prstGeom>
          <a:solidFill>
            <a:srgbClr val="120C08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The clue, as big as possi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83080"/>
            <a:ext cx="1795756" cy="3886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5852160"/>
            <a:ext cx="2344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clue, as big as possible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01768" y="1709928"/>
            <a:ext cx="1942060" cy="4032504"/>
          </a:xfrm>
          <a:prstGeom prst="roundRect">
            <a:avLst>
              <a:gd name="adj" fmla="val 8475"/>
            </a:avLst>
          </a:prstGeom>
          <a:solidFill>
            <a:srgbClr val="120C08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Check the photo, then Sa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83080"/>
            <a:ext cx="1795756" cy="3886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00600" y="5852160"/>
            <a:ext cx="2344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photo, then Save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933688" y="1709928"/>
            <a:ext cx="1942060" cy="4032504"/>
          </a:xfrm>
          <a:prstGeom prst="roundRect">
            <a:avLst>
              <a:gd name="adj" fmla="val 8475"/>
            </a:avLst>
          </a:prstGeom>
          <a:solidFill>
            <a:srgbClr val="120C08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2" descr="Others react to the po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783080"/>
            <a:ext cx="1795756" cy="3886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32520" y="5852160"/>
            <a:ext cx="2344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 react to the post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19  ·  Prototype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Results and the wellness break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9848" y="1709928"/>
            <a:ext cx="1942060" cy="4032504"/>
          </a:xfrm>
          <a:prstGeom prst="roundRect">
            <a:avLst>
              <a:gd name="adj" fmla="val 8475"/>
            </a:avLst>
          </a:prstGeom>
          <a:solidFill>
            <a:srgbClr val="120C08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Case solved, +1 po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83080"/>
            <a:ext cx="1795756" cy="3886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5852160"/>
            <a:ext cx="2344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solved, +1 point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01768" y="1709928"/>
            <a:ext cx="1942060" cy="4032504"/>
          </a:xfrm>
          <a:prstGeom prst="roundRect">
            <a:avLst>
              <a:gd name="adj" fmla="val 8475"/>
            </a:avLst>
          </a:prstGeom>
          <a:solidFill>
            <a:srgbClr val="120C08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Wellness break togeth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83080"/>
            <a:ext cx="1795756" cy="3886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00600" y="5852160"/>
            <a:ext cx="2344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 break together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933688" y="1709928"/>
            <a:ext cx="1942060" cy="4032504"/>
          </a:xfrm>
          <a:prstGeom prst="roundRect">
            <a:avLst>
              <a:gd name="adj" fmla="val 8475"/>
            </a:avLst>
          </a:prstGeom>
          <a:solidFill>
            <a:srgbClr val="120C08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2" descr="Podium and final standin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783080"/>
            <a:ext cx="1795756" cy="3886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32520" y="5852160"/>
            <a:ext cx="2344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Podium and final standings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20  ·  Look and feel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A detective case file, made easy to read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5468112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Colours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241810"/>
          </a:solidFill>
          <a:ln w="9525">
            <a:solidFill>
              <a:srgbClr val="6D57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23774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2E4C5"/>
          </a:solidFill>
          <a:ln w="9525">
            <a:solidFill>
              <a:srgbClr val="6D57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37360" y="321868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Parchment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23774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C73529"/>
          </a:solidFill>
          <a:ln w="9525">
            <a:solidFill>
              <a:srgbClr val="6D57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321868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Stamp 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23774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C49A5A"/>
          </a:solidFill>
          <a:ln w="9525">
            <a:solidFill>
              <a:srgbClr val="6D57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321868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3774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356B46"/>
          </a:solidFill>
          <a:ln w="9525">
            <a:solidFill>
              <a:srgbClr val="6D57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321868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Fonts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Bowlby One for big moments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681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Nunito Sans in the game, Inter here, for reading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Special Elite for case-file labels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6190488" y="1691640"/>
            <a:ext cx="5468112" cy="4434840"/>
          </a:xfrm>
          <a:prstGeom prst="roundRect">
            <a:avLst>
              <a:gd name="adj" fmla="val 1649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10528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Made for grandparents too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242316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text: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smaller than 15px on a phone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buttons: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least 44px, easy to tap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just colour: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choice also shows a tick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words: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"Save", not "Upload to server"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you can turn off: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respects reduce-motion settings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on 7 screen sizes, </a:t>
            </a:r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no overlapping text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21  ·  Media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All our own media, copyright-free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54681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Music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Chase", an upbeat detective groove we composed. The browser plays it from code, no recordings.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6190488" y="1691640"/>
            <a:ext cx="54681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19088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Sound effects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19088" y="2240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Stamp, camera click, chimes, drumroll. All made in code while you play, no sound files.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48640" y="3154680"/>
            <a:ext cx="54681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319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Animal avatars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03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animals (fox, cat, dog, bear, panda, owl, frog, rabbit) drawn by us as vector art.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190488" y="3154680"/>
            <a:ext cx="54681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19088" y="3319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Icons and art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3703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Magnifying glass, case files, stamps, podium and confetti, all drawn for this game.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548640" y="4617720"/>
            <a:ext cx="54681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4782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Fonts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1663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Bowlby One SC, Nunito Sans and Special Elite, all under the free SIL Open Font License.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6190488" y="4617720"/>
            <a:ext cx="54681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19088" y="4782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Emojis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51663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10 reactions are standard Unicode characters, drawn by each phone's own emoji font.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22  ·  Responsible design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Ethics, safety and kindness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61188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928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No dark patterns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ads, no in-app purchases, no fake urgency, no endless loops.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297680" y="1691640"/>
            <a:ext cx="361188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18928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A natural stopping point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6060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game ends after 5 rounds. It is a healthy break, not a habit trap.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8046720" y="1691640"/>
            <a:ext cx="361188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75320" y="18928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Safe movement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6060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Walk, never run. No climbing, nothing hot, sharp or fragile.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931920"/>
            <a:ext cx="361188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1330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Kind by design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463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10 set emojis, so no rude comments. You cannot judge your own post.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4297680" y="3931920"/>
            <a:ext cx="361188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26280" y="41330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No violence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8463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Detectives here find and solve. Nobody attacks, blocks or loses anything.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8046720" y="3931920"/>
            <a:ext cx="361188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75320" y="41330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Privacy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8463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Photos stay in the game room's memory for the round and are never saved to disk.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Part 6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</a:rPr>
              <a:t>Refine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931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We reviewed the game against the brief after every version and changed what did not work.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23  ·  Iterations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How the design changed, version by version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86484" y="2057400"/>
            <a:ext cx="903427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57884" y="182880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2514600"/>
            <a:ext cx="2075688" cy="274320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69748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Version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First prototype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94760"/>
            <a:ext cx="1709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game modes, many settings, emoji voting and a scoreboard.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16452" y="182880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2807208" y="2514600"/>
            <a:ext cx="2075688" cy="274320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90088" y="269748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Version 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306324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Practice mode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90088" y="3794760"/>
            <a:ext cx="1709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person can play alone and beat their best time.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75020" y="182880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065776" y="2514600"/>
            <a:ext cx="2075688" cy="274320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248656" y="269748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Version 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48656" y="306324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Sound and motion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48656" y="3794760"/>
            <a:ext cx="1709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Stamps, confetti, music and sounds as feedback.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33588" y="182880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7324344" y="2514600"/>
            <a:ext cx="2075688" cy="274320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507224" y="269748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Version 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07224" y="306324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Easier to read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507224" y="3794760"/>
            <a:ext cx="1709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Bigger text and buttons for grandparents, clearer errors.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392156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9582912" y="2514600"/>
            <a:ext cx="2075688" cy="2743200"/>
          </a:xfrm>
          <a:prstGeom prst="roundRect">
            <a:avLst>
              <a:gd name="adj" fmla="val 3524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765792" y="269748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Version 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765792" y="306324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Fits the brief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765792" y="3794760"/>
            <a:ext cx="1709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 clues and breaks, a social feed, only 10 emojis, simpler rules.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8640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Biggest lesson: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first version did too much. Cutting it down to one mode and five rounds made it easier for every age, and closer to the brief.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Part 7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</a:rPr>
              <a:t>User testing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931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The most important part: real families playing the real game. These slides are ready for your results.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24  ·  Test plan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How we will test the game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546811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Who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families, 3 to 4 players each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least one child (7 to 10) and one grandparent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Played at home on their own phones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6190488" y="1691640"/>
            <a:ext cx="5468112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19088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How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19088" y="23317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nothing, hand them the rule book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quietly and take notes (a blind playtest)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 one full game, about 15 minutes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3931920"/>
            <a:ext cx="5468112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What we watch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they set up without help?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they understand the 10 emojis?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anyone run, or get left out?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90488" y="3931920"/>
            <a:ext cx="546811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19088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What we ask after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was the best moment?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confused you?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Would you play again tomorrow?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25  ·  Playtest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Playtest 1: what happened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66160" cy="443484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The session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…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played: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…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Ages: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…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Where: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…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51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 length: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…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4800600"/>
            <a:ext cx="2926080" cy="1097280"/>
          </a:xfrm>
          <a:prstGeom prst="roundRect">
            <a:avLst>
              <a:gd name="adj" fmla="val 5000"/>
            </a:avLst>
          </a:prstGeom>
          <a:solidFill>
            <a:srgbClr val="FFF7E8"/>
          </a:solidFill>
          <a:ln w="9525">
            <a:solidFill>
              <a:srgbClr val="C49A5A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960120" y="5138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photo of the playtest here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389120" y="169164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6177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What went well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3317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8092440" y="169164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10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What confused them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3317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389120" y="393192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1772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Best quote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572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8092440" y="393192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2104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What we will change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572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26  ·  Playtest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Playtest 2: what happened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66160" cy="443484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The session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…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played: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…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Ages: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…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Where: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…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51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 length: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…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4800600"/>
            <a:ext cx="2926080" cy="1097280"/>
          </a:xfrm>
          <a:prstGeom prst="roundRect">
            <a:avLst>
              <a:gd name="adj" fmla="val 5000"/>
            </a:avLst>
          </a:prstGeom>
          <a:solidFill>
            <a:srgbClr val="FFF7E8"/>
          </a:solidFill>
          <a:ln w="9525">
            <a:solidFill>
              <a:srgbClr val="C49A5A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960120" y="5138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photo of the playtest here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389120" y="169164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6177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What went well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3317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8092440" y="169164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10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What confused them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3317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389120" y="393192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1772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Best quote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572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8092440" y="393192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2104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What we will change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572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file 27  ·  Results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What we changed after testing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109960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3703320"/>
                <a:gridCol w="37033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7E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we saw in testing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0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7E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 it mattered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0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7E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we changed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201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D57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…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D57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…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D57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…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D57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…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D57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…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D57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…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D57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…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D57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…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D57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…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D57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…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D57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…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D57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…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A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C5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5349240"/>
            <a:ext cx="111099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and after: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screenshot of a screen you changed because of a playtest, next to the old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"/>
          <p:cNvSpPr/>
          <p:nvPr/>
        </p:nvSpPr>
        <p:spPr>
          <a:xfrm>
            <a:off x="822960" y="822960"/>
            <a:ext cx="6583680" cy="5212080"/>
          </a:xfrm>
          <a:prstGeom prst="roundRect">
            <a:avLst>
              <a:gd name="adj" fmla="val 140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1887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rPr>
              <a:t>Case closed</a:t>
            </a:r>
            <a:endParaRPr lang="en-US" sz="1600" dirty="0"/>
          </a:p>
        </p:txBody>
      </p:sp>
      <p:sp>
        <p:nvSpPr>
          <p:cNvPr id="4" name="stamp"/>
          <p:cNvSpPr txBox="1"/>
          <p:nvPr/>
        </p:nvSpPr>
        <p:spPr>
          <a:xfrm rot="-360000">
            <a:off x="5120640" y="1097280"/>
            <a:ext cx="1737360" cy="548640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Solved!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9202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dirty="0">
                <a:solidFill>
                  <a:schemeClr val="tx1"/>
                </a:solidFill>
                <a:latin typeface="Bowlby One" pitchFamily="34" charset="0"/>
                <a:ea typeface="Bowlby One" pitchFamily="34" charset="-122"/>
                <a:cs typeface="Bowlby One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971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"Games are a series of interesting choices."  Sid Meier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5661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Ours asks just one, every round: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in your home would you look?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846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 it: </a:t>
            </a:r>
            <a:pPr algn="l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find-it-at-home.onrender.com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8275320" y="1463040"/>
            <a:ext cx="2926080" cy="329184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QR code to play the ga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737360"/>
            <a:ext cx="2377440" cy="23774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36676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to play on your phone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321040" y="498348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13" name="Image 1" descr="frog ava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5093208"/>
            <a:ext cx="694944" cy="6949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326880" y="498348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15" name="Image 2" descr="rabbit ava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08" y="5093208"/>
            <a:ext cx="694944" cy="6949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0332720" y="4983480"/>
            <a:ext cx="914400" cy="914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17" name="Image 3" descr="bear ava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48" y="5093208"/>
            <a:ext cx="694944" cy="694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nd It at Home">
  <a:themeElements>
    <a:clrScheme name="Find It at Home">
      <a:dk1>
        <a:srgbClr val="2B1B12"/>
      </a:dk1>
      <a:lt1>
        <a:srgbClr val="FFF7E8"/>
      </a:lt1>
      <a:dk2>
        <a:srgbClr val="241810"/>
      </a:dk2>
      <a:lt2>
        <a:srgbClr val="F2E4C5"/>
      </a:lt2>
      <a:accent1>
        <a:srgbClr val="C73529"/>
      </a:accent1>
      <a:accent2>
        <a:srgbClr val="C49A5A"/>
      </a:accent2>
      <a:accent3>
        <a:srgbClr val="356B46"/>
      </a:accent3>
      <a:accent4>
        <a:srgbClr val="6D5744"/>
      </a:accent4>
      <a:accent5>
        <a:srgbClr val="C9A46A"/>
      </a:accent5>
      <a:accent6>
        <a:srgbClr val="302015"/>
      </a:accent6>
      <a:hlink>
        <a:srgbClr val="C73529"/>
      </a:hlink>
      <a:folHlink>
        <a:srgbClr val="6D5744"/>
      </a:folHlink>
    </a:clrScheme>
    <a:fontScheme name="Find It at Home">
      <a:majorFont>
        <a:latin typeface="Bowlby O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 It at Home! Game design</dc:title>
  <dc:subject>PptxGenJS Presentation</dc:subject>
  <dc:creator>Find It at Home! team</dc:creator>
  <cp:lastModifiedBy>Find It at Home! team</cp:lastModifiedBy>
  <cp:revision>1</cp:revision>
  <dcterms:created xsi:type="dcterms:W3CDTF">2026-10-10T13:24:12Z</dcterms:created>
  <dcterms:modified xsi:type="dcterms:W3CDTF">2026-10-10T13:24:12Z</dcterms:modified>
</cp:coreProperties>
</file>